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Total Students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AVG CGPA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AVG MARK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Gender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Average CGPA by Department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STUDENTS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DEPARTMENTS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Sem 5 VS Sem 6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SEMESTER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77483081-f129-4915-aa57-4d2214fb748e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f5f6768d087a421c" /><Relationship Type="http://schemas.openxmlformats.org/officeDocument/2006/relationships/slideLayout" Target="/ppt/slideLayouts/slideLayout8.xml" Id="Rc19cf6e1c46f4d1c" /><Relationship Type="http://schemas.openxmlformats.org/officeDocument/2006/relationships/hyperlink" Target="https://app.powerbi.com/groups/me/reports/77483081-f129-4915-aa57-4d2214fb748e/?pbi_source=PowerPoint" TargetMode="External" Id="RelId0" /><Relationship Type="http://schemas.openxmlformats.org/officeDocument/2006/relationships/image" Target="/ppt/media/image4.png" Id="imgId120759413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Student Management System Report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12/8/2025 1:05:32 PM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12/8/2025 1:00:10 PM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textbox ,Total Students ,AVG CGPA ,AVG MARK ,Gender ,Average CGPA by Department ,STUDENTS ,DEPARTMENTS ,Sem 5 VS Sem 6 ,SEMESTER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2075941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457200"/>
            <a:ext cx="12192000" cy="5924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OVERVIEW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